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2" Type="http://schemas.openxmlformats.org/officeDocument/2006/relationships/viewProps" Target="viewProps.xml" /><Relationship Id="rId2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openxmlformats.org/officeDocument/2006/relationships/tableStyles" Target="tableStyles.xml" /><Relationship Id="rId2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Core Skills in Psychology and Neuroscience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5 Schedule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03-11-2026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Hour 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BaseR vs TidyR and the CRANiverse</a:t>
            </a:r>
          </a:p>
          <a:p>
            <a:pPr lvl="0"/>
            <a:r>
              <a:rPr/>
              <a:t>Guided tour around RStudio</a:t>
            </a:r>
          </a:p>
          <a:p>
            <a:pPr lvl="1"/>
            <a:r>
              <a:rPr/>
              <a:t>console</a:t>
            </a:r>
          </a:p>
          <a:p>
            <a:pPr lvl="1"/>
            <a:r>
              <a:rPr/>
              <a:t>environment</a:t>
            </a:r>
          </a:p>
          <a:p>
            <a:pPr lvl="1"/>
            <a:r>
              <a:rPr/>
              <a:t>editor</a:t>
            </a:r>
          </a:p>
          <a:p>
            <a:pPr lvl="1"/>
            <a:r>
              <a:rPr/>
              <a:t>files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print function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logical</a:t>
            </a:r>
          </a:p>
          <a:p>
            <a:pPr lvl="0"/>
            <a:r>
              <a:rPr/>
              <a:t>numeric</a:t>
            </a:r>
          </a:p>
          <a:p>
            <a:pPr lvl="0"/>
            <a:r>
              <a:rPr/>
              <a:t>text</a:t>
            </a:r>
          </a:p>
          <a:p>
            <a:pPr lvl="0"/>
            <a:r>
              <a:rPr/>
              <a:t>factor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Function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Anatomy of a function call</a:t>
            </a:r>
          </a:p>
          <a:p>
            <a:pPr lvl="0"/>
            <a:r>
              <a:rPr/>
              <a:t>Input and ouput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Variables/objects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&lt;- vs = assignments</a:t>
            </a:r>
          </a:p>
          <a:p>
            <a:pPr lvl="0"/>
            <a:r>
              <a:rPr/>
              <a:t>scalers</a:t>
            </a:r>
          </a:p>
          <a:p>
            <a:pPr lvl="0"/>
            <a:r>
              <a:rPr/>
              <a:t>arrays</a:t>
            </a:r>
          </a:p>
          <a:p>
            <a:pPr lvl="0"/>
            <a:r>
              <a:rPr/>
              <a:t>matrices</a:t>
            </a:r>
          </a:p>
          <a:p>
            <a:pPr lvl="1"/>
            <a:r>
              <a:rPr/>
              <a:t>tensors</a:t>
            </a:r>
          </a:p>
          <a:p>
            <a:pPr lvl="0"/>
            <a:r>
              <a:rPr/>
              <a:t>Indexing variables (square brackets)</a:t>
            </a:r>
          </a:p>
          <a:p>
            <a:pPr lvl="0"/>
            <a:r>
              <a:rPr/>
              <a:t>Lists (double square bracket)</a:t>
            </a:r>
          </a:p>
          <a:p>
            <a:pPr lvl="0"/>
            <a:r>
              <a:rPr/>
              <a:t>Dataframes</a:t>
            </a:r>
          </a:p>
          <a:p>
            <a:pPr lvl="1"/>
            <a:r>
              <a:rPr/>
              <a:t>indexing dataframes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Hour 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Curly brackets</a:t>
            </a:r>
          </a:p>
          <a:p>
            <a:pPr lvl="0"/>
            <a:r>
              <a:rPr/>
              <a:t>for loop</a:t>
            </a:r>
          </a:p>
          <a:p>
            <a:pPr lvl="0"/>
            <a:r>
              <a:rPr/>
              <a:t>while loops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Conditionals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If statements</a:t>
            </a:r>
          </a:p>
          <a:p>
            <a:pPr lvl="0"/>
            <a:r>
              <a:rPr/>
              <a:t>Else statements</a:t>
            </a:r>
          </a:p>
          <a:p>
            <a:pPr lvl="0"/>
            <a:r>
              <a:rPr/>
              <a:t>ifelse()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Loading and saving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Delimiter files</a:t>
            </a:r>
          </a:p>
          <a:p>
            <a:pPr lvl="0"/>
            <a:r>
              <a:rPr/>
              <a:t>read.csv()</a:t>
            </a:r>
          </a:p>
          <a:p>
            <a:pPr lvl="0"/>
            <a:r>
              <a:rPr/>
              <a:t>write.csv()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Hour 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Installing and loading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install.packages()</a:t>
            </a:r>
          </a:p>
          <a:p>
            <a:pPr lvl="0"/>
            <a:r>
              <a:rPr/>
              <a:t>library()</a:t>
            </a:r>
          </a:p>
          <a:p>
            <a:pPr lvl="0"/>
            <a:r>
              <a:rPr/>
              <a:t>require()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and Writing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Comments</a:t>
            </a:r>
          </a:p>
          <a:p>
            <a:pPr lvl="0"/>
            <a:r>
              <a:rPr/>
              <a:t>Scripted pipelines</a:t>
            </a:r>
          </a:p>
          <a:p>
            <a:pPr lvl="1"/>
            <a:r>
              <a:rPr/>
              <a:t>load a file</a:t>
            </a:r>
          </a:p>
          <a:p>
            <a:pPr lvl="1"/>
            <a:r>
              <a:rPr/>
              <a:t>manipulate it</a:t>
            </a:r>
          </a:p>
          <a:p>
            <a:pPr lvl="1"/>
            <a:r>
              <a:rPr/>
              <a:t>save it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Hour 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Exploring statistics with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visualisation using BaseR</a:t>
            </a:r>
          </a:p>
          <a:p>
            <a:pPr lvl="0"/>
            <a:r>
              <a:rPr/>
              <a:t>Histograms</a:t>
            </a:r>
          </a:p>
          <a:p>
            <a:pPr lvl="0"/>
            <a:r>
              <a:rPr/>
              <a:t>Scatterplots</a:t>
            </a:r>
          </a:p>
          <a:p>
            <a:pPr lvl="0"/>
            <a:r>
              <a:rPr/>
              <a:t>summary()</a:t>
            </a:r>
          </a:p>
          <a:p>
            <a:pPr lvl="0"/>
            <a:r>
              <a:rPr/>
              <a:t>Random number generation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Skills in Psychology and Neuroscience</dc:title>
  <dc:creator/>
  <cp:keywords/>
  <dcterms:created xsi:type="dcterms:W3CDTF">2026-10-29T11:03:44Z</dcterms:created>
  <dcterms:modified xsi:type="dcterms:W3CDTF">2026-10-29T11:03:44Z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03-11-2026</vt:lpwstr>
  </property>
  <property fmtid="{D5CDD505-2E9C-101B-9397-08002B2CF9AE}" pid="3" name="output">
    <vt:lpwstr>powerpoint_presentation</vt:lpwstr>
  </property>
  <property fmtid="{D5CDD505-2E9C-101B-9397-08002B2CF9AE}" pid="4" name="subtitle">
    <vt:lpwstr>Week 5 Schedule</vt:lpwstr>
  </property>
</Properties>
</file>